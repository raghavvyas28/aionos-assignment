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84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PRODUCTIVITY AGENT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Messy Executive Inputs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Daily Action Brief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·  AIONOS Agentic AI Factory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Arjun Malhotra (VP Sales)  ·  Week of 21–25 Sep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Goal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Inputs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 (Leadership Sync)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email threads (25 messages)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calendars of 4 people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personal voice notes from Arjun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commitments, shifting deadlines, unclear ownership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Outcomes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commitments by the executive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My Actions vs Waiting on Others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deadlines &amp; overdue items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across sources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unclear ownership (never invent it)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daily brief + answer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Process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2024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Pack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68880" y="1188720"/>
            <a:ext cx="192024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Structured KB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0116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data.py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+ 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192024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 Logic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Overdue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· Brief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matching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75120" y="118872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75120" y="1188720"/>
            <a:ext cx="192024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66560" y="1417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Streamlit UI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201168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Brief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Agent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LLM for core answers → fully auditable, zero hallucination risk.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Sources &amp; Assumptions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 (strictly from data pack)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Sync transcript (Mon 21 Sep, 09:00–09:35)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email threads × 5 messages each (Vendor List, Q3 Deck, Call Reschedule, Expense Report, Mumbai Lease)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Calendars of Arjun, Neha, Raghav, Divya for the full week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personal voice notes recorded by Arjun (Mon 21 &amp; Wed 23)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As-of date is user-selectable; default Thursday 24 Sep so both open &amp; completed items are visible.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explicit confirmation of completion exists → item stays OPEN (vendor list).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ownership is NEVER invented — only flagged (Mumbai lease).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events = context unless corroborated by other sources.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&amp; Deduplicated Actions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960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960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960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note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vendor list to Raghav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1417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by Thu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Reconfirm Meridian 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841248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Q3 Campaign Deck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24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2423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/ scheduled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8412480" cy="50292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Expense Variance Report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2926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&amp; reviewed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337560"/>
            <a:ext cx="841248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Lease Signature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60720" y="3429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0" y="3429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never assigned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Daily Brief (as of Thu 24 Sep)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 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914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0604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914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0372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Ownership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194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Overdue: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updated vendor list to Raghav (deadline Wed 23 — no send confirmation in data)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Due Today: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Q3 Campaign Deck with Neha (9:30 AM)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Unclear: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Office Lease — signature still unowned, deadline Fri 25 EOD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✔️ Completed earlier: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call locked; Expense report received &amp; acknowledged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did I promise Raghav?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527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Send the updated vendor list. Original by Tue EOD → delayed to Wed morning. Still OPEN / OVERDUE.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needs action today?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671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Due today: Deck review. Overdue: Vendor list. Unclear: Mumbai lease ownership.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Who owns the Mumbai lease?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815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Ownership is UNCLEAR. Facilities reminds, Raghav escalates, Divya points to Facilities, Arjun says “not me”. Agent only flags.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Status of Meridian call?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959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Fully confirmed for Wed 23, 3:00 PM. On calendar. Status: COMPLETED.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Extraction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facts manually structured from the data pack. No invented commitments or owners.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Status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carries a day-by-day status map so the brief evolves realistically through the week.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list appears in transcript + 5 emails + voice note → collapsed to one action with full source list.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1031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= Flag Only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lease never assigned. Agent surfaces the risk and cites every source; never invents an owner.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Q&amp;A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intent matching over the same KB. Extensible to an LLM later without changing the data layer.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Prototype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749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one-command local run. Reviewer can change as-of date and ask questions immediately.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 &amp; How to Run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Tools During Build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Claude / ChatGPT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scaffolding Streamlit UI, data modelling and clean code structure.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extraction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commitment, deadline and ownership statement was read and structured by hand from the official data pack — zero hallucination.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LLM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deterministic and fully auditable against the cited sources.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Local Run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executive_productivity_agent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017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the browser URL shown by Streamlit. Change the as-of date in the sidebar and try the suggested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Demo Readiness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280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with Daily Brief, Q&amp;A, All Actions views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1783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grounded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057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traceable to transcript / email / calendar / voice note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2560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hard cases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detection, unclear ownership flag, temporal status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3337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Reviewer-ready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611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run + GitHub + this 10-slide deck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On-screen Show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Productivity Agent — Assignment 1</dc:title>
  <dc:subject>AIONOS Agentic AI Factory</dc:subject>
  <dc:creator>AIONOS Candidate</dc:creator>
  <cp:lastModifiedBy>DEV KASHYAP</cp:lastModifiedBy>
  <cp:revision>2</cp:revision>
  <dcterms:created xsi:type="dcterms:W3CDTF">2026-09-17T15:01:26Z</dcterms:created>
  <dcterms:modified xsi:type="dcterms:W3CDTF">2026-09-17T15:22:24Z</dcterms:modified>
</cp:coreProperties>
</file>